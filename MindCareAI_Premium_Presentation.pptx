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Today we present MindCare AI, a platform bridging the gap between emotional struggles and professional support using Agentic AI and SCM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identified that users feel disconnected when AI doesn't remember them, and current tools often fail to prioritize urgent help during critical 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objectives are Triage, Persistence, and Security. We wanted to build a system that grows with the user's emotional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 stack is built on a Triad: Flask for logic, SQLite for state, and Gemini for the AI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Gemini 2.5 Flash to ensure users get an immediate, structured response that the UI can parse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Safety Baseline. The system triage moves from calming affirmations to urgent crisis help depending on the user's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prioritize privacy. All passwords are hashed, and we use a 2-factor OTP system for identity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is intentional. Glassmorphism provides a non-intimidating space that feels safe and modern for users in distress.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SCM strategy uses Git for versioning, Pytest for logic, and Docker for a stable environment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identified 5 core CIs. This ensures that every piece of the software is tracked and managed as a versioned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version control isn't just saving code; it's a history of our baseline evolution, allowing us to revert or audit any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'Implementation Plans' as our Change Requests. This prevented bugs and ensured every update was pre-approved and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functional audit proves the app works. We passed 100% of our tests, covering all the core features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physical audit ensures the code is clean and professional. We used Flake8 to guarantee high-quality code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we use Docker for Release Management. Our latest image is tagged v2.0.1, making it an immutable and portable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MindCare AI is a success. We've proven that SCM and AI can work together to build a safe, reliable, and empathetic future.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5400">
                <a:solidFill>
                  <a:srgbClr val="00E5FF"/>
                </a:solidFill>
              </a:rPr>
              <a:t>MindCare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F0F6FC"/>
                </a:solidFill>
              </a:rPr>
              <a:t>A Human-Centric, AI-Driven Mental Health Empowerment Ecosystem</a:t>
            </a:r>
          </a:p>
          <a:p/>
          <a:p>
            <a:r>
              <a:rPr sz="1800">
                <a:solidFill>
                  <a:srgbClr val="F0F6FC"/>
                </a:solidFill>
              </a:rPr>
              <a:t>ISWE403L - SCM Case Study</a:t>
            </a:r>
          </a:p>
          <a:p>
            <a:r>
              <a:rPr sz="1800">
                <a:solidFill>
                  <a:srgbClr val="F0F6FC"/>
                </a:solidFill>
              </a:rPr>
              <a:t>Team: Srilaya M, Madhulika J, Raashid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Introduction &amp; Domain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The global mental health crisis and accessibility barriers.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AI as a 24/7 empathetic support system.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Project Vision: Moving from generic chat to stateful wellness tracking.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Software Configuration Management (SCM) as a reliability foundation.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Detailed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Stigma &amp; Cost: Major barriers to early intervention.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Statelessness: Most tools lack the 'memory' to track long-term progress.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Triage Gap: Inability to distinguish between mild stress and acute crisis.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Fragmented Ecosystems: Lack of secure, all-in-one health-centric platforms.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Core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Adaptive Severity Triage: Dynamic response based on stress levels.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Emotional Persistence: Secure 'Mood History' for longitudinal tracking.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Action-Oriented Empowerment: Providing concrete next steps &amp; affirmations.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Data Integrity &amp; Privacy: Robust authentication and session security.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Technical Architecture Triad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Backend: Python Flask (Robust &amp; Scalable Orchestration).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Persistence: SQLAlchemy &amp; SQLite (Stateful User Logic).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Intelligence: Google Gemini 2.5 Flash SDK (High Empathy &amp; Low Latency).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Deployment: Docker (Isolated, Environment-Agnostic Build).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AI Intelligence: Gemini 2.5 Flash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Model Choice: Optimized for speed-to-empathy and low latency.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Structured Output: Enforced JSON response for deterministic UI parsing.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Context-Awareness: Captures sub-emotions (anxiety vs. burnout).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Deterministic Metadata: Generating mood emojis and personalized tips.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Adaptive Severity Triage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Level HIGH: 🔴 Urgent Crisis (Red UI, Immediate Helpline Redirects).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Level MEDIUM: 🟠 Moderate Stress (Amber UI, Counseling Resource links).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Level LOW: 🟢 Mild Stress (Green UI, Self-Help Tips &amp; Affirmations).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Real-Time Response: Dynamic UI updates based on current AI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Security &amp; Authentication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Password Security: scrypt-based hashing via Werkzeug.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OTP Verification: 4-digit codes delivered via Flask-Mail.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Session Integrity: Flask-Login manages secure history access.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Mock Email Fallback: Terminal-based OTP delivery for demo resilience.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Premium UX: Glassmorphism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Aesthetic: Translucent 'Glass' panels for a soothing, modern feel.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Feedback Loops: Bouncing mood emojis and dynamic stress banners.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Accessibility: Dark-mode optimized for reduced emotional eye-strain.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Stateful Sidebar: Offcanvas History component for clutter-free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SCM Plan &amp; Strategic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Configuration Control: Git &amp; GitHub for atomic traceability.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Verification Strategy: Pytest for functional logic audits.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Quality Standard: Flake8 for structural and style audits.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Environment Locking: Docker used for release-baseline consistency.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Configuration Identification (CIs)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CI 1 - Source Code: Entire backend/frontend repository logic.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CI 2 - DB Schema: SQLAlchemy models for Users &amp; History.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CI 3 - Documentation: Report, README, and Presentation Guides.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CI 4 - Verification Assets: Unit test suite and style configs.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CI 5 - Build Artifacts: Dockerfile and project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Version Control &amp; Baseline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Atomic Commits: Documenting every technical milestone.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Traceability: Clean commit history for audit compliance.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Baseline Evolution: Progressive snapshots from Prototype to Release.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Branching: Managing features independently before integration.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Change Control: 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Workflow: Request -&gt; Plan -&gt; Execute -&gt; Verify.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CR Documents: Formal Implementation Plans for high-risk updates.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Impact Analysis: Ensuring new features don't degrade the baseline.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Merge Policy: Only verified plans are integrated into the master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Configuration Audit 1: Functional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Tool: Pytest Automated Suite.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Audit Result: 100% Success Rate (5/5 Critical Flows).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Verified Scenarios: Signup, Login, OTP, AI Accuracy, Error Handling.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Outcome: Confirmed system behavior matches Requirement Baseline.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Configuration Audit 2: Structure &amp;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Tool: Flake8 Static Analysis.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Audit Goal: Compliance with PEP8 and architectural standards.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Physical Integrity: 0 Syntax or style violations in primary source code.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Outcome: Ensured a professional, maintainable, and clean CI.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Build &amp; Release Management (Docker)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Build Lifecycle: Continuous environment consistency via Docker.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Release Baseline: Version-tagged image 'mindcare-ai:v2.0.1'.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Deployment Ease: Standardized environment works on any hardware.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SCM Goal: Eliminating 'It works on my machine' inconsistencies.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00E5FF"/>
                </a:solidFill>
              </a:rPr>
              <a:t>Validated 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Outcome: Stable, high-empathy AI platform ready for deployment.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SCM ROI: 0 regressions during the final development sprints.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Conclusion: SCM is the bridge between a 'code' and a 'product'.</a:t>
            </a:r>
          </a:p>
          <a:p>
            <a:pPr>
              <a:spcAft>
                <a:spcPts val="1200"/>
              </a:spcAft>
              <a:defRPr sz="1800">
                <a:solidFill>
                  <a:srgbClr val="F0F6FC"/>
                </a:solidFill>
              </a:defRPr>
            </a:pPr>
            <a:r>
              <a:t>Final State: 100% Academic &amp; Technical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